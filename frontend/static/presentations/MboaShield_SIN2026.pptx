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8FAFC"/>
                </a:solidFill>
                <a:latin typeface="Aptos Display"/>
              </a:defRPr>
            </a:pPr>
            <a:r>
              <a:t>MboaShield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>
                <a:solidFill>
                  <a:srgbClr val="CBD5E1"/>
                </a:solidFill>
                <a:latin typeface="Aptos"/>
              </a:defRPr>
            </a:pPr>
            <a:r>
              <a:t>Sovereign AI shield against deepfakes, disinformation and digital identity theft</a:t>
            </a:r>
          </a:p>
          <a:p>
            <a:pPr>
              <a:spcAft>
                <a:spcPts val="600"/>
              </a:spcAft>
              <a:defRPr sz="2000">
                <a:solidFill>
                  <a:srgbClr val="CBD5E1"/>
                </a:solidFill>
                <a:latin typeface="Aptos"/>
              </a:defRPr>
            </a:pPr>
            <a:r>
              <a:t>Made in Cameroon - SIN 2026 National Best ICT Project</a:t>
            </a:r>
          </a:p>
          <a:p>
            <a:pPr>
              <a:spcAft>
                <a:spcPts val="600"/>
              </a:spcAft>
              <a:defRPr sz="2000">
                <a:solidFill>
                  <a:srgbClr val="CBD5E1"/>
                </a:solidFill>
                <a:latin typeface="Aptos"/>
              </a:defRPr>
            </a:pPr>
            <a:r>
              <a:t>Solo founder: Justene Nkwagoh Tamah</a:t>
            </a:r>
          </a:p>
          <a:p>
            <a:pPr>
              <a:spcAft>
                <a:spcPts val="600"/>
              </a:spcAft>
              <a:defRPr sz="2000">
                <a:solidFill>
                  <a:srgbClr val="CBD5E1"/>
                </a:solidFill>
                <a:latin typeface="Aptos"/>
              </a:defRPr>
            </a:pPr>
            <a:r>
              <a:t>Theme: Protect cyberspace from AI excesses and digital patriotism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The problem (Cameroon, 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Fake minister announcements and curfew hoaxes on WhatsApp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Voice clones demanding MoMo transfers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Deepfake images targeting institutions and public figures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Youth forward before verifying - fraud, panic, eroded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Detect synthetic media and scam patterns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Verify rumours and flag fake official accounts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Train Mboa Ambassadors in digital patriotism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WhatsApp-style demo narrative - partial FR/EN UI - privacy-aware sovereign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Live demo (90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1. Viral rumour - risk score and source check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2. Fake MINPOSTEL-style account - impersonation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3. Minister voice sample - clone risk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4. Suspicious image - synthetic signals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5. Mboa Ambassador certificate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Demo: mboashield.onrender.com - Run Grand Jury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National platform depth (v2.8.0)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TrustAssessment: one explainable object across text, identity, audio, image and intelligence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Human-review incident workflow, NTOC, evidence and signed official communications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Institution trust network plus webhooks, STIX, CAP, TAXII 2.1 and SCIM 2.0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Governance, country packs, sector modules, HA/DR and load-test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Innovation and AI (honest)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Text, audio, image, identity, civic modules - multimodal trust engine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17-institution registry for local impersonation detection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Heuristic and registry today; ONNX path with checksums for production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Differentiator: Cameroon WhatsApp context, institutions, civic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Impact and digital patriotism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Citizens: free checks and education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Schools and youth: Mboa Ambassadors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Media, banks, telcos: B2B API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Government: registry, verified comms, national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Citizen Check: free (mission and sponsors)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Pro: media/SMEs - 75k to 250k FCFA/month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Enterprise: banks/telcos - annual API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Ambassadors: schools - training packs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Year 1 target: pilots and 18-25M FCFA revenue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09728"/>
          <a:lstStyle/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Special Prize of the President of the Republic to: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1. Industrialise MboaShield nationally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2. Launch institutional identity registry v1 at scale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3. Train 50,000 Mboa Ambassadors in Year 1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MboaShield IS the 2026 theme - not adjacent to it.</a:t>
            </a:r>
          </a:p>
          <a:p>
            <a:pPr>
              <a:spcAft>
                <a:spcPts val="13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tamahjustene45@gmail.com - github.com/TamahJustene/MboaShield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CBD5E1"/>
                </a:solidFill>
                <a:latin typeface="Aptos"/>
              </a:defRPr>
            </a:pPr>
            <a:r>
              <a:t>MBOASHIELD · SOVEREIGN DIGITAL TRUST INFRASTRUCTURE                                    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