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MboaShield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Sovereign AI shield against deepfakes, disinformation and digital identity theft</a:t>
            </a:r>
          </a:p>
          <a:p>
            <a:r>
              <a:t>Made in Cameroon - SIN 2026 National Best ICT Project</a:t>
            </a:r>
          </a:p>
          <a:p>
            <a:r>
              <a:t>Solo founder: Justene Nkwagoh Tamah</a:t>
            </a:r>
          </a:p>
          <a:p>
            <a:r>
              <a:t>Theme: Protect cyberspace from AI excesses and digital patriotism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(Cameroon, today)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Fake minister announcements and curfew hoaxes on WhatsApp</a:t>
            </a:r>
          </a:p>
          <a:p>
            <a:pPr>
              <a:defRPr sz="2000"/>
            </a:pPr>
            <a:r>
              <a:t>Voice clones demanding MoMo transfers</a:t>
            </a:r>
          </a:p>
          <a:p>
            <a:pPr>
              <a:defRPr sz="2000"/>
            </a:pPr>
            <a:r>
              <a:t>Deepfake images targeting institutions and public figures</a:t>
            </a:r>
          </a:p>
          <a:p>
            <a:pPr>
              <a:defRPr sz="2000"/>
            </a:pPr>
            <a:r>
              <a:t>Youth forward before verifying - fraud, panic, eroded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Detect synthetic media and scam patterns</a:t>
            </a:r>
          </a:p>
          <a:p>
            <a:pPr>
              <a:defRPr sz="2000"/>
            </a:pPr>
            <a:r>
              <a:t>Verify rumours and flag fake official accounts</a:t>
            </a:r>
          </a:p>
          <a:p>
            <a:pPr>
              <a:defRPr sz="2000"/>
            </a:pPr>
            <a:r>
              <a:t>Train Mboa Ambassadors in digital patriotism</a:t>
            </a:r>
          </a:p>
          <a:p>
            <a:pPr>
              <a:defRPr sz="2000"/>
            </a:pPr>
            <a:r>
              <a:t>WhatsApp-first narrative - FR/EN - privacy by design - sovereign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(90 seconds)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Viral rumour - risk score and source check</a:t>
            </a:r>
          </a:p>
          <a:p>
            <a:pPr>
              <a:defRPr sz="2000"/>
            </a:pPr>
            <a:r>
              <a:t>2. Fake MINPOSTEL-style account - impersonation</a:t>
            </a:r>
          </a:p>
          <a:p>
            <a:pPr>
              <a:defRPr sz="2000"/>
            </a:pPr>
            <a:r>
              <a:t>3. Minister voice sample - clone risk</a:t>
            </a:r>
          </a:p>
          <a:p>
            <a:pPr>
              <a:defRPr sz="2000"/>
            </a:pPr>
            <a:r>
              <a:t>4. Suspicious image - synthetic signals</a:t>
            </a:r>
          </a:p>
          <a:p>
            <a:pPr>
              <a:defRPr sz="2000"/>
            </a:pPr>
            <a:r>
              <a:t>5. Mboa Ambassador certificate</a:t>
            </a:r>
          </a:p>
          <a:p>
            <a:pPr>
              <a:defRPr sz="2000"/>
            </a:pPr>
            <a:r>
              <a:t>Demo: mboashield.onrender.com - Run Grand Jury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depth (v1.9.0)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National incident workflow with human gates (no auto-public advisory)</a:t>
            </a:r>
          </a:p>
          <a:p>
            <a:pPr>
              <a:defRPr sz="2000"/>
            </a:pPr>
            <a:r>
              <a:t>NTOC, intel, investigation, evidence vault, signed government announcements</a:t>
            </a:r>
          </a:p>
          <a:p>
            <a:pPr>
              <a:defRPr sz="2000"/>
            </a:pPr>
            <a:r>
              <a:t>AI platform: model registry, golden EN/FR evaluation, certainty: none</a:t>
            </a:r>
          </a:p>
          <a:p>
            <a:pPr>
              <a:defRPr sz="2000"/>
            </a:pPr>
            <a:r>
              <a:t>Governance: consent, risk register, model and dataset cards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and AI (honest)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Text, audio, image, identity, civic modules - multimodal trust engine</a:t>
            </a:r>
          </a:p>
          <a:p>
            <a:pPr>
              <a:defRPr sz="2000"/>
            </a:pPr>
            <a:r>
              <a:t>17-institution registry for local impersonation detection</a:t>
            </a:r>
          </a:p>
          <a:p>
            <a:pPr>
              <a:defRPr sz="2000"/>
            </a:pPr>
            <a:r>
              <a:t>Heuristic and registry today; ONNX path with checksums for production</a:t>
            </a:r>
          </a:p>
          <a:p>
            <a:pPr>
              <a:defRPr sz="2000"/>
            </a:pPr>
            <a:r>
              <a:t>Differentiator: Cameroon WhatsApp context, institutions, civic 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digital patriotism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Citizens: free checks and education</a:t>
            </a:r>
          </a:p>
          <a:p>
            <a:pPr>
              <a:defRPr sz="2000"/>
            </a:pPr>
            <a:r>
              <a:t>Schools and youth: Mboa Ambassadors</a:t>
            </a:r>
          </a:p>
          <a:p>
            <a:pPr>
              <a:defRPr sz="2000"/>
            </a:pPr>
            <a:r>
              <a:t>Media, banks, telcos: B2B API</a:t>
            </a:r>
          </a:p>
          <a:p>
            <a:pPr>
              <a:defRPr sz="2000"/>
            </a:pPr>
            <a:r>
              <a:t>Government: registry, verified comms, national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Citizen Check: free (mission and sponsors)</a:t>
            </a:r>
          </a:p>
          <a:p>
            <a:pPr>
              <a:defRPr sz="2000"/>
            </a:pPr>
            <a:r>
              <a:t>Pro: media/SMEs - 75k to 250k FCFA/month</a:t>
            </a:r>
          </a:p>
          <a:p>
            <a:pPr>
              <a:defRPr sz="2000"/>
            </a:pPr>
            <a:r>
              <a:t>Enterprise: banks/telcos - annual API</a:t>
            </a:r>
          </a:p>
          <a:p>
            <a:pPr>
              <a:defRPr sz="2000"/>
            </a:pPr>
            <a:r>
              <a:t>Ambassadors: schools - training packs</a:t>
            </a:r>
          </a:p>
          <a:p>
            <a:pPr>
              <a:defRPr sz="2000"/>
            </a:pPr>
            <a:r>
              <a:t>Year 1 target: pilots and 18-25M FCFA revenue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Special Prize of the President of the Republic to:</a:t>
            </a:r>
          </a:p>
          <a:p>
            <a:pPr>
              <a:defRPr sz="2000"/>
            </a:pPr>
            <a:r>
              <a:t>1. Industrialise MboaShield nationally</a:t>
            </a:r>
          </a:p>
          <a:p>
            <a:pPr>
              <a:defRPr sz="2000"/>
            </a:pPr>
            <a:r>
              <a:t>2. Launch institutional identity registry v1 at scale</a:t>
            </a:r>
          </a:p>
          <a:p>
            <a:pPr>
              <a:defRPr sz="2000"/>
            </a:pPr>
            <a:r>
              <a:t>3. Train 50,000 Mboa Ambassadors in Year 1</a:t>
            </a:r>
          </a:p>
          <a:p>
            <a:pPr>
              <a:defRPr sz="2000"/>
            </a:pPr>
            <a:r>
              <a:t>MboaShield IS the 2026 theme - not adjacent to it.</a:t>
            </a:r>
          </a:p>
          <a:p>
            <a:pPr>
              <a:defRPr sz="2000"/>
            </a:pPr>
            <a:r>
              <a:t>tamahjustene45@gmail.com - github.com/TamahJustene/MboaShield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